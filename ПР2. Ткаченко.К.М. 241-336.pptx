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56975-82F6-4647-8CCD-C5ABC2C0D4EC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3F2BF-6765-496D-AD93-59FA2C5D1E6C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D4F-A8A0-40AA-AC0F-9B4460087DA5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021D-9303-4B71-8DA7-9AEE7D1E7C5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7168-E0CB-4B91-8A43-9A2F9F8B17D3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1BC3-4BA9-4055-9453-FF0F74453780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1B23-9757-4945-B22B-523AD0012397}" type="datetime1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BA0F-8C0B-4D90-94FB-A28C47605EF3}" type="datetime1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6D89-AB9B-47E5-8494-FA0FB4E96B6A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8E1D-6CFB-4A67-9550-989118DB92C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6043-7428-444C-B4D9-CED7FE11169B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62CC-A5D4-4591-9D32-3C6117234130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4238-538B-472D-BEEC-9D41631F037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F2046-A1B5-4D50-A95F-A223FD2B216E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cosced.ru/wp-content/uploads/2020/10/&#1043;&#1054;&#1057;&#1058;-19.102-77-&#1057;&#1090;&#1072;&#1076;&#1080;&#1080;-&#1088;&#1072;&#1079;&#1088;&#1072;&#1073;&#1086;&#1090;&#1082;&#1080;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cs-garant.ru/files/Zakonodatelnye_akty/&#1043;&#1054;&#1057;&#1058;%2019.201-78.pdf?ysclid=m5oyydonmq20879521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etpark.ru/upload/prezentacia/19.101-77.pdf?ysclid=m5oyzk95v322505978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edsd.ru/files/pdf/GOST-R-ISO-MEK-TO-9294-93.-Rukovodstvo-po-upravleniyu-dokumentirovaniem-programmnogo-obespecheniya.pd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ohranatruda.ru/upload/iblock/45a/4294818271.pdf?ysclid=m5oz0bbpaq437131993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ohranatruda.ru/upload/iblock/4af/4294818317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writ.ru/doc/espd/19.202-78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writ.ru/doc/espd/19.401-78.pdf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writ.ru/doc/espd/19.403-79.pd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writ.ru/doc/espd/19.501-78.pd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writ.ru/doc/espd/19.507-7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1458"/>
            <a:ext cx="9144000" cy="6338612"/>
          </a:xfrm>
        </p:spPr>
        <p:txBody>
          <a:bodyPr anchor="ctr">
            <a:normAutofit/>
          </a:bodyPr>
          <a:lstStyle/>
          <a:p>
            <a:pPr>
              <a:spcBef>
                <a:spcPts val="535"/>
              </a:spcBef>
              <a:tabLst>
                <a:tab pos="6776085" algn="l"/>
              </a:tabLst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 2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Факультет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 технологий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Дисциплина: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Разработка технической документации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</a:t>
            </a:r>
            <a:r>
              <a:rPr lang="ru-RU" sz="28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единая система программной документации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Выполнил:</a:t>
            </a:r>
            <a:r>
              <a:rPr lang="ru-RU" sz="28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</a:t>
            </a:r>
            <a:r>
              <a:rPr lang="ru-RU" sz="28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ru-RU" sz="28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241-</a:t>
            </a:r>
            <a:r>
              <a:rPr lang="ru-RU" sz="2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336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Ткаченко Константин Михайлович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Изучение ГОСТ 19.102-77(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cosced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wp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content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uploads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/2020/10/ГОСТ-19.102-77-Стадии-разработки.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b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Стадии разработки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5" y="1438182"/>
            <a:ext cx="4545367" cy="4918167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Предварительное исследование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требований пользователя.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целей и задач разработки.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Оценка существующих решений и технологий.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технического задания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Формулирование требований к системе.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Согласование и утверждение технического задания.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Проектирование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архитектуры системы.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детальных проектных документов (например, проектирование интерфейсов, баз данных и т.д.).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68906" y="1438182"/>
            <a:ext cx="6094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Программирование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Написание кода на выбранном языке программирования.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Проведение модульного тестирования.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Проведение интеграционного и системного тестирования.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Исправление выявленных ошибок.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Внедрение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Установка программного обеспечения в рабочую среду.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Обучение пользователей.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Эксплуатация и сопровождение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Обеспечение технической поддержки.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Обновление и доработка программного обеспечения по мере необходимости.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4079"/>
          </a:xfrm>
        </p:spPr>
        <p:txBody>
          <a:bodyPr anchor="t">
            <a:normAutofit fontScale="90000"/>
          </a:bodyPr>
          <a:lstStyle/>
          <a:p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Разделы технического задания согласно ГОСТ 19.201-78(</a:t>
            </a:r>
            <a:r>
              <a:rPr lang="en-US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cs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garant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files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Zakonodatelnye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_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akty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/ГОСТ%2019.201-78.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?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ysclid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=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m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5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oyydonmq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208795219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b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Согласно ГОСТ 19.201-78, техническое задание должно содержать следующие разделы:</a:t>
            </a:r>
            <a:b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22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09203"/>
            <a:ext cx="3955743" cy="4722921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Общие сведения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Назначение и область применения.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Перечень пользователей.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функциональности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Описание функций, которые должна выполнять система.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Условия эксплуатации.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техническим характеристикам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Аппаратные и программные требования.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Параметры производительности.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4903" y="1509203"/>
            <a:ext cx="5051394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интерфейсам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Описание пользовательского интерфейса.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Взаимодействие с другими системами.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безопасности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Меры по защите информации.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Условия доступа.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Этапы разработки и сроки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График выполнения работ.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Этапы тестирования и внедрения.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документации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Перечень необходимых документов.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Формат и оформление документации.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204003"/>
          </a:xfrm>
        </p:spPr>
        <p:txBody>
          <a:bodyPr>
            <a:norm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 ГОСТ 19.101-77(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letpark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upload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prezentacia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/19.101-77.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?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ysclid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=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m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5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oyzk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95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v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3225059784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b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19.101-77 устанавливает следующие требования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 программ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видов программного обеспечения (системные, прикладные, специального назначения и т.д.).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Программные документы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Установление форматов и содержания документации на программное обеспечение.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 к программному обеспечению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требований к качеству программ, включая надежность, производительность и безопасность.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жизненным циклом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Принципы разработки, тестирования, внедрения, эксплуатации и сопровождения программного обеспечения.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997475"/>
          </a:xfrm>
        </p:spPr>
        <p:txBody>
          <a:bodyPr>
            <a:norm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Изучение ГОСТ Р ИСО/МЭК 9294-93(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www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edsd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files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GOST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ISO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MEK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TO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-9294-93.-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Rukovodstvo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po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upravleniyu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dokumentirovaniem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programmnogo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-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obespecheniya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b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он устанавливает: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157274"/>
            <a:ext cx="10515600" cy="4019689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 определяет основные принципы и методы управления документацией в процессе жизненного цикла программного обеспечения.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Устанавливает требования к содержанию и оформлению документации.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Описывает процессы, связанные с созданием, обновлением и хранением документации, а также методы контроля и оценки её качества.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Применим как для новых программных продуктов, так и для уже существующих систем.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1266147"/>
          </a:xfrm>
        </p:spPr>
        <p:txBody>
          <a:bodyPr>
            <a:norm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Изучение ГОСТ Р ИСО/МЭК 8631-94(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ohranatruda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upload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iblock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/45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a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/4294818271.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?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ysclid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=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m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5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oz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0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bbpaq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437131993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b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этот ГОСТ описывает: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8" y="2416065"/>
            <a:ext cx="10515600" cy="3682894"/>
          </a:xfrm>
        </p:spPr>
        <p:txBody>
          <a:bodyPr>
            <a:normAutofit fontScale="90000" lnSpcReduction="10000"/>
          </a:bodyPr>
          <a:lstStyle/>
          <a:p>
            <a:pPr marL="0" lvl="0" indent="0" algn="just"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ГОСТ Р ИСО/МЭК 8631-94 описывает программные конструктивы и условные обозначения, используемые для их представления. Стандарт устанавливает:</a:t>
            </a:r>
            <a:endParaRPr lang="ru-RU" dirty="0"/>
          </a:p>
          <a:p>
            <a:pPr marL="0" lvl="0" indent="0" algn="just"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Общие правила и рекомендации по представлению программных конструктивов, включая архитектуру и компоненты программного обеспечения.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Условные обозначения, которые позволяют визуализировать структуру и взаимодействие различных элементов программного обеспечения.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Принципы, касающиеся графического представления программных систем и их компонентов, что способствует лучшему пониманию и коммуникации между разработчиками и пользователями.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Р ИСО 9127-94(</a:t>
            </a:r>
            <a:r>
              <a:rPr lang="en-US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https://ohranatruda.ru/upload/iblock/4af/4294818317.pdf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определяет требования к документации пользователя и информации на упаковке для потребительских программных пакетов.</a:t>
            </a:r>
            <a:b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22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78190"/>
            <a:ext cx="10515600" cy="4978478"/>
          </a:xfrm>
        </p:spPr>
        <p:txBody>
          <a:bodyPr>
            <a:normAutofit fontScale="92500" lnSpcReduction="10000"/>
          </a:bodyPr>
          <a:lstStyle/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Наименование программного продукта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Полное название и версия программного обеспечения.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Описание функциональности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Краткое изложение основных функций и возможностей программы, что позволяет пользователю понять, что именно предлагает продукт.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Системные требования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Указание на минимальные и рекомендуемые требования к аппаратному и программному обеспечению, необходимому для корректной работы программы.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Инструкции по установке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Пошаговое руководство по установке программного обеспечения, включая информацию о необходимых действиях и условиях.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Контактная информация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Данные для связи с производителем или службой поддержки, чтобы пользователи могли получить помощь в случае возникновения проблем.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 использования и лицензии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Информация о правовых аспектах использования программного обеспечения, включая лицензионные соглашения и ограничения.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Сведения о безопасности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Рекомендации по безопасному использованию программного обеспечения, включая информацию о потенциальных рисках и мерах предосторожности.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744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19.202-78 ЕСПД(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www</a:t>
            </a:r>
            <a:r>
              <a:rPr lang="ru-RU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4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swrit</a:t>
            </a:r>
            <a:r>
              <a:rPr lang="ru-RU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4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doc</a:t>
            </a:r>
            <a:r>
              <a:rPr lang="ru-RU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4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espd</a:t>
            </a:r>
            <a:r>
              <a:rPr lang="ru-RU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/19.202-78.</a:t>
            </a:r>
            <a:r>
              <a:rPr lang="en-US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53592"/>
            <a:ext cx="10515600" cy="4623371"/>
          </a:xfrm>
        </p:spPr>
        <p:txBody>
          <a:bodyPr/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Этот стандарт устанавливает требования к спецификациям программного обеспечения.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Содержание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Спецификация должна включать описание функциональности, требований к программному обеспечению, а также условия его эксплуатации.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Обеспечить четкое понимание возможностей и ограничений программного продукта, а также его совместимости с другими системами.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19.401-78 ЕСПД(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https://www.swrit.ru/doc/espd/19.401-78.pdf</a:t>
            </a:r>
            <a:r>
              <a:rPr lang="en-US" alt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Текст программы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7070" y="1028065"/>
            <a:ext cx="10515600" cy="4823460"/>
          </a:xfrm>
        </p:spPr>
        <p:txBody>
          <a:bodyPr numCol="2">
            <a:norm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Регламентирует оформление текстов программ, включая их структуру и содержание.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Содержание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Описание формата представления программного кода, комментариев, документации и других элементов, необходимых для понимания и поддержки программы.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Обеспечить единообразие в представлении программного кода, что облегчает его чтение, поддержку и модификацию.</a:t>
            </a:r>
            <a:endParaRPr lang="ru-RU" sz="24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ГОСТ 19.403-79 ЕСПД(</a:t>
            </a:r>
            <a:r>
              <a:rPr lang="en-US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URL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</a:t>
            </a:r>
            <a: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 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https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://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www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.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swrit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.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ru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/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doc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/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espd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/19.403-79.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pdf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). Ведомость держателей подлинников</a:t>
            </a:r>
            <a:endParaRPr lang="ru-RU" altLang="en-US" sz="222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Определение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 Устанавливает порядок ведения ведомости, содержащей информацию о держателях подлинников документации.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Содержание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 Ведомость должна включать данные о каждом подлиннике, его местонахождении, а также ответственных лицах за его хранение и использование.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Цель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 Обеспечить учет и контроль за подлинниками документации, что позволяет предотвратить их утрату и несанкционированный доступ.</a:t>
            </a:r>
            <a:endParaRPr lang="ru-RU" altLang="en-US" sz="2400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0498"/>
          </a:xfrm>
        </p:spPr>
        <p:txBody>
          <a:bodyPr>
            <a:norm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19.501-78 ЕСПД(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://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www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swrit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.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doc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espd</a:t>
            </a:r>
            <a:r>
              <a:rPr lang="ru-RU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/19.501-78.</a:t>
            </a:r>
            <a:r>
              <a:rPr lang="en-US" sz="2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pdf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Формуляр</a:t>
            </a:r>
            <a:endParaRPr lang="ru-RU" sz="4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25500"/>
            <a:ext cx="10515600" cy="5507990"/>
          </a:xfrm>
        </p:spPr>
        <p:txBody>
          <a:bodyPr numCol="2">
            <a:norm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Устанавливает требования к формулярам, которые используются для оформления документации на программное обеспечение.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Содержание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Формуляр должен содержать информацию о наименовании программного продукта, его версии, дате создания и других ключевых данных.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Обеспечить стандартизированное представление информации о программном обеспечении, что упрощает его идентификацию и учет.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>
                <a:solidFill>
                  <a:schemeClr val="tx1"/>
                </a:solidFill>
              </a:rPr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ГОСТ 19.507-79 ЕСПД(</a:t>
            </a:r>
            <a:r>
              <a:rPr lang="en-US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URL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</a:t>
            </a:r>
            <a:r>
              <a:rPr lang="ru-RU" sz="2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 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https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://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www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.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swrit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.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ru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/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doc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/</a:t>
            </a:r>
            <a:r>
              <a:rPr lang="en-US" sz="222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espd</a:t>
            </a:r>
            <a:r>
              <a:rPr lang="ru-RU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/19.507-79.</a:t>
            </a:r>
            <a:r>
              <a:rPr lang="en-US" sz="222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  <a:hlinkClick r:id="rId1"/>
              </a:rPr>
              <a:t>pdf</a:t>
            </a:r>
            <a:r>
              <a:rPr lang="ru-RU" sz="222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). Ведомость эксплуатационных документов</a:t>
            </a:r>
            <a:endParaRPr lang="ru-RU" altLang="en-US" sz="222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Определение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 Регламентирует ведение ведомости, содержащей перечень эксплуатационных документов, связанных с программным обеспечением.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Содержание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 Ведомость должна включать названия документов, их версии, даты создания и ответственных за их актуализацию.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Цель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: Обеспечить систематизированный учет эксплуатационных документов, что способствует их доступности и актуальности для пользователей и технического персонала.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alt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7567</Words>
  <Application>WPS Presentation</Application>
  <PresentationFormat>Широкоэкранный</PresentationFormat>
  <Paragraphs>151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Courier New</vt:lpstr>
      <vt:lpstr>Symbol</vt:lpstr>
      <vt:lpstr>Microsoft YaHei</vt:lpstr>
      <vt:lpstr>Arial Unicode MS</vt:lpstr>
      <vt:lpstr>Calibri Light</vt:lpstr>
      <vt:lpstr>Calibri</vt:lpstr>
      <vt:lpstr>Тема Office</vt:lpstr>
      <vt:lpstr>ПРАКТИЧЕСКАЯ РАБОТА № 2 Факультет: Информационных технологий Дисциплина: Разработка технической документации  Тема: единая система программной документации  Выполнил: студент группы 241-336   Ткаченко Константин Михайлович  </vt:lpstr>
      <vt:lpstr>Изучение ГОСТ 19.102-77(URL: https://cosced.ru/wp-content/uploads/2020/10/ГОСТ-19.102-77-Стадии-разработки.pdf).  Стадии разработки:</vt:lpstr>
      <vt:lpstr>Разделы технического задания согласно ГОСТ 19.201-78(URL:https://cs-garant.ru/files/Zakonodatelnye_akty/ГОСТ%2019.201-78.pdf?ysclid=m5oyydonmq208795219) Согласно ГОСТ 19.201-78, техническое задание должно содержать следующие разделы: </vt:lpstr>
      <vt:lpstr>Стандарт ГОСТ 19.101-77(URL:https://letpark.ru/upload/prezentacia/19.101-77.pdf?ysclid=m5oyzk95v3225059784) ГОСТ 19.101-77 устанавливает следующие требования:</vt:lpstr>
      <vt:lpstr>Изучение ГОСТ Р ИСО/МЭК 9294-93(URL: https://www.edsd.ru/files/pdf/GOST-R-ISO-MEK-TO-9294-93.-Rukovodstvo-po-upravleniyu-dokumentirovaniem-programmnogo-obespecheniya.pdf) Что он устанавливает:</vt:lpstr>
      <vt:lpstr>Изучение ГОСТ Р ИСО/МЭК 8631-94(URL: https://ohranatruda.ru/upload/iblock/45a/4294818271.pdf?ysclid=m5oz0bbpaq437131993) Что этот ГОСТ описывает:</vt:lpstr>
      <vt:lpstr>ГОСТ Р ИСО 9127-94(URL: https://ohranatruda.ru/upload/iblock/4af/4294818317.pdf) определяет требования к документации пользователя и информации на упаковке для потребительских программных пакетов. </vt:lpstr>
      <vt:lpstr>ГОСТ 19.202-78 ЕСПД(URL: https://www.swrit.ru/doc/espd/19.202-78.pdf).</vt:lpstr>
      <vt:lpstr>ГОСТ 19.401-78 ЕСПД(URL: https://www.swrit.ru/doc/espd/19.401-78.pdf)Текст программы </vt:lpstr>
      <vt:lpstr>ГОСТ 19.403-79 ЕСПД(URL: https://www.swrit.ru/doc/espd/19.403-79.pdf). Ведомость держателей подлинников</vt:lpstr>
      <vt:lpstr>ГОСТ 19.501-78 ЕСПД(URL: https://www.swrit.ru/doc/espd/19.501-78.pdf). Формуляр</vt:lpstr>
      <vt:lpstr>ГОСТ 19.507-79 ЕСПД(URL: https://www.swrit.ru/doc/espd/19.507-79.pdf). Ведомость эксплуатационных документов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№   2  Дисциплина: Разработка технической документации  Тема: Библиографический список  Выполнил(а): студент(ка) группы 241-336   Долбышев Даниил Максимович  </dc:title>
  <dc:creator>даниил долбышев</dc:creator>
  <cp:lastModifiedBy>Константин Ткач�</cp:lastModifiedBy>
  <cp:revision>13</cp:revision>
  <dcterms:created xsi:type="dcterms:W3CDTF">2024-12-05T13:21:00Z</dcterms:created>
  <dcterms:modified xsi:type="dcterms:W3CDTF">2025-01-12T22:25:11Z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BC73BF1F7D654C189FA5597A4CCFA725_13</vt:lpwstr>
  </property>
  <property fmtid="{D5CDD505-2E9C-101B-9397-08002B2CF9AE}" pid="3" name="KSOProductBuildVer">
    <vt:lpwstr>1049-12.2.0.19805</vt:lpwstr>
  </property>
</Properties>
</file>