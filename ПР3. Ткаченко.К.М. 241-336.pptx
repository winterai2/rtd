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56975-82F6-4647-8CCD-C5ABC2C0D4EC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3F2BF-6765-496D-AD93-59FA2C5D1E6C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3F2BF-6765-496D-AD93-59FA2C5D1E6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D4F-A8A0-40AA-AC0F-9B4460087DA5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021D-9303-4B71-8DA7-9AEE7D1E7C5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7168-E0CB-4B91-8A43-9A2F9F8B17D3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1BC3-4BA9-4055-9453-FF0F74453780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1B23-9757-4945-B22B-523AD0012397}" type="datetime1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BA0F-8C0B-4D90-94FB-A28C47605EF3}" type="datetime1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6D89-AB9B-47E5-8494-FA0FB4E96B6A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8E1D-6CFB-4A67-9550-989118DB92C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6043-7428-444C-B4D9-CED7FE11169B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62CC-A5D4-4591-9D32-3C6117234130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4238-538B-472D-BEEC-9D41631F037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F2046-A1B5-4D50-A95F-A223FD2B216E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1458"/>
            <a:ext cx="9144000" cy="6338612"/>
          </a:xfrm>
        </p:spPr>
        <p:txBody>
          <a:bodyPr anchor="ctr">
            <a:normAutofit/>
          </a:bodyPr>
          <a:lstStyle/>
          <a:p>
            <a:pPr>
              <a:spcBef>
                <a:spcPts val="535"/>
              </a:spcBef>
              <a:tabLst>
                <a:tab pos="6776085" algn="l"/>
              </a:tabLst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 3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Факультет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 технологий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Дисциплина: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Разработка технической документации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Порядок проведения сертификации </a:t>
            </a:r>
            <a:r>
              <a:rPr lang="ru-RU" sz="28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информационнопрграмных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средств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Выполнил:</a:t>
            </a:r>
            <a:r>
              <a:rPr lang="ru-RU" sz="28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</a:t>
            </a:r>
            <a:r>
              <a:rPr lang="ru-RU" sz="28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ru-RU" sz="28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241-</a:t>
            </a:r>
            <a:r>
              <a:rPr lang="ru-RU" sz="2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336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Ткаченко Константин Михайлович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sz="40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проведения сертификации программного обеспечения включает:</a:t>
            </a:r>
            <a:endParaRPr lang="ru-RU" sz="40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подачу заявки на сертификацию;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 по заявке на сертификацию, в том числе назначение экспертов на проведение основных работ по сертификации из числа экспертов органа по сертификации;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договора на проведение работ по сертификации;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сертификационной проверки ПО, в том числе при необходимости проведение испытаний/контроля ПО </a:t>
            </a:r>
            <a:r>
              <a:rPr lang="ru-RU" sz="2965" b="0" i="0" dirty="0" err="1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согласованным с заказчиком методикам;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 о выдаче Сертификата соответствия и разрешения использования знака соответствия либо об отказе в выдаче Сертификата соответствия;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выдача Сертификата соответствия и разрешения использования знака соответствия;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занесение заявителя/изготовителя ПО и перечня сертифицированных ПО в Реестр СДС ПО;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965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инспекционного контроля сертифицированных ПО.</a:t>
            </a:r>
            <a:endParaRPr lang="ru-RU" sz="2965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/>
            <a:endParaRPr lang="ru-RU" sz="2965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проведенной сертификации производитель ПО получает: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6049"/>
          </a:xfrm>
        </p:spPr>
        <p:txBody>
          <a:bodyPr/>
          <a:lstStyle/>
          <a:p>
            <a:pPr algn="l"/>
            <a:r>
              <a:rPr lang="ru-RU" sz="20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Экспертное заключение;</a:t>
            </a:r>
            <a:endParaRPr lang="ru-RU" sz="20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Свидетельство о сертификации;</a:t>
            </a:r>
            <a:endParaRPr lang="ru-RU" sz="20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Право использовать логотип «Проверено IT Expert».</a:t>
            </a:r>
            <a:endParaRPr lang="ru-RU" sz="20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789" y="3071216"/>
            <a:ext cx="105156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Сертификация выгодна и для покупателей соответствующего программного обеспечения. Покупатель получит: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4024630"/>
            <a:ext cx="10515600" cy="1528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Предметную оценку функционала программного обеспечения;</a:t>
            </a:r>
            <a:endParaRPr lang="ru-RU" sz="24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сравнения продуктов между собой;</a:t>
            </a:r>
            <a:endParaRPr lang="ru-RU" sz="24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самостоятельной оценки продуктов по своим критериям</a:t>
            </a:r>
            <a:r>
              <a:rPr lang="ru-RU" sz="20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2416"/>
            <a:ext cx="10515600" cy="469376"/>
          </a:xfrm>
        </p:spPr>
        <p:txBody>
          <a:bodyPr>
            <a:normAutofit fontScale="90000"/>
          </a:bodyPr>
          <a:lstStyle/>
          <a:p>
            <a:pPr algn="just"/>
            <a:r>
              <a:rPr lang="ru-RU" sz="2200" b="1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информации предоставляемой заявителем для прохождения процедуры  Сертификации</a:t>
            </a:r>
            <a:r>
              <a:rPr lang="en-US" sz="2200" b="1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b="1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34502"/>
            <a:ext cx="10515600" cy="534246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структуры сертифицируемого программного обеспечения, выполняемых функций, в том числе последовательность обработки данных;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функций сертифицируемого ПО и параметров программного обеспечения, существенных для их работы;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реализованных в сертифицируемом программном обеспечении алгоритмов функционирования, в том числе вычислительных алгоритмов, а также их </a:t>
            </a:r>
            <a:r>
              <a:rPr lang="ru-RU" sz="3500" b="0" i="0" dirty="0" err="1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блоксхемы</a:t>
            </a:r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модулей программного обеспечения;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интерфейсов и перечень команд для каждого интерфейса, включая заявление об их полноте;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список, значение и действие всех команд, получаемых от устройств ввода (клавиатуры, мыши, сенсорных устройств и т.п.);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реализованных методов идентификации сертифицируемого программного обеспечения;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реализованных методов защиты сертифицируемого программного обеспечения и данных от влияющих факторов;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интерфейсов пользователя, всех меню и диалогов;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хранимых или передаваемых наборов данных;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пользователя на сертифицируемое программное обеспечение;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необходимых системных и аппаратных средств, если эта информация не приведена в руководстве пользователя.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500" b="0" i="0" dirty="0">
                <a:solidFill>
                  <a:srgbClr val="343A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документов, сопровождающих программное обеспечение (может корректироваться соглашением между исполнителем и заказчиком сертификации ПО).</a:t>
            </a:r>
            <a:endParaRPr lang="ru-RU" sz="3500" b="0" i="0" dirty="0">
              <a:solidFill>
                <a:srgbClr val="343A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2866</Words>
  <Application>WPS Presentation</Application>
  <PresentationFormat>Широкоэкранный</PresentationFormat>
  <Paragraphs>50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DefaultFont</vt:lpstr>
      <vt:lpstr>Segoe Print</vt:lpstr>
      <vt:lpstr>Microsoft YaHei</vt:lpstr>
      <vt:lpstr>Arial Unicode MS</vt:lpstr>
      <vt:lpstr>Calibri Light</vt:lpstr>
      <vt:lpstr>Calibri</vt:lpstr>
      <vt:lpstr>Тема Office</vt:lpstr>
      <vt:lpstr>ПРАКТИЧЕСКАЯ РАБОТА № 4 Факультет: Информационных технологий Дисциплина: Разработка технической документации  Тема: Порядок проведения сертификации информационнопрграмных средств  Выполнил: студент группы 241336   Долбышев Даниил Максимович  </vt:lpstr>
      <vt:lpstr>Порядок проведения сертификации программного обеспечения включает:</vt:lpstr>
      <vt:lpstr>В результате проведенной сертификации производитель ПО получает:</vt:lpstr>
      <vt:lpstr>Перечень информации предоставляемой заявителем для прохождения процедуры сертификации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№   2  Дисциплина: Разработка технической документации  Тема: Библиографический список  Выполнил(а): студент(ка) группы 241-336   Долбышев Даниил Максимович  </dc:title>
  <dc:creator>даниил долбышев</dc:creator>
  <cp:lastModifiedBy>Константин Ткач�</cp:lastModifiedBy>
  <cp:revision>8</cp:revision>
  <dcterms:created xsi:type="dcterms:W3CDTF">2024-12-05T13:21:00Z</dcterms:created>
  <dcterms:modified xsi:type="dcterms:W3CDTF">2025-01-12T22:25:24Z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647E99BECBB44E82BD0A711C91C11940_13</vt:lpwstr>
  </property>
  <property fmtid="{D5CDD505-2E9C-101B-9397-08002B2CF9AE}" pid="3" name="KSOProductBuildVer">
    <vt:lpwstr>1049-12.2.0.19805</vt:lpwstr>
  </property>
</Properties>
</file>